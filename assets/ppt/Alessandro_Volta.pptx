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8852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5632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5470774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252607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84339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563540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5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547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095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132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530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3011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402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681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0525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806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757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6698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94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2876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378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75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239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494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470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2430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maps.app.goo.gl/N85JC6qHYr7QRsuV6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324352" name="Text 0"/>
          <p:cNvSpPr txBox="1"/>
          <p:nvPr/>
        </p:nvSpPr>
        <p:spPr bwMode="auto"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Alessandro Volta</a:t>
            </a:r>
            <a:endParaRPr lang="en-US" sz="4600"/>
          </a:p>
        </p:txBody>
      </p:sp>
      <p:sp>
        <p:nvSpPr>
          <p:cNvPr id="823649592" name="Text 1"/>
          <p:cNvSpPr txBox="1"/>
          <p:nvPr/>
        </p:nvSpPr>
        <p:spPr bwMode="auto"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Az olasz fizikus, akiről a feszültség mértékegységét elnevezték</a:t>
            </a:r>
            <a:endParaRPr lang="en-US" sz="2000"/>
          </a:p>
        </p:txBody>
      </p:sp>
      <p:sp>
        <p:nvSpPr>
          <p:cNvPr id="939619427" name="Text 2"/>
          <p:cNvSpPr txBox="1"/>
          <p:nvPr/>
        </p:nvSpPr>
        <p:spPr bwMode="auto"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1745 – 1827</a:t>
            </a:r>
            <a:endParaRPr lang="en-US" sz="1800">
              <a:solidFill>
                <a:srgbClr val="666666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endParaRPr lang="en-US" sz="1800"/>
          </a:p>
        </p:txBody>
      </p:sp>
      <p:sp>
        <p:nvSpPr>
          <p:cNvPr id="940321851" name=""/>
          <p:cNvSpPr txBox="1"/>
          <p:nvPr/>
        </p:nvSpPr>
        <p:spPr bwMode="auto">
          <a:xfrm rot="0" flipH="0" flipV="0">
            <a:off x="491653" y="3868615"/>
            <a:ext cx="301657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Zanchetta Gabriel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82850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Magánélete</a:t>
            </a:r>
            <a:endParaRPr lang="en-US" sz="3000"/>
          </a:p>
        </p:txBody>
      </p:sp>
      <p:sp>
        <p:nvSpPr>
          <p:cNvPr id="945918675" name="Text 1"/>
          <p:cNvSpPr txBox="1"/>
          <p:nvPr/>
        </p:nvSpPr>
        <p:spPr bwMode="auto">
          <a:xfrm>
            <a:off x="548640" y="2923442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Született: 1745. február 18., Como (Olaszország)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Nemesi család gyermeke; apja korán, kb. 7 évesen meghalt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Későn kezdett beszélni, de később kiváló tanuló lett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Jezsuita iskolában tanult, a fizikát nagyrészt önállóan sajátította el</a:t>
            </a:r>
            <a:endParaRPr lang="en-US" sz="18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Házassága: 1794-ben feleségül vette Teresa Peregrinit, három fia született</a:t>
            </a:r>
            <a:endParaRPr lang="en-US" sz="1800"/>
          </a:p>
        </p:txBody>
      </p:sp>
      <p:pic>
        <p:nvPicPr>
          <p:cNvPr id="11067916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36519" y="85659"/>
            <a:ext cx="4093704" cy="2837782"/>
          </a:xfrm>
          <a:prstGeom prst="roundRect">
            <a:avLst>
              <a:gd name="adj" fmla="val 16667"/>
            </a:avLst>
          </a:prstGeom>
        </p:spPr>
      </p:pic>
      <p:sp>
        <p:nvSpPr>
          <p:cNvPr id="1827577374" name=""/>
          <p:cNvSpPr txBox="1"/>
          <p:nvPr/>
        </p:nvSpPr>
        <p:spPr bwMode="auto">
          <a:xfrm rot="0" flipH="0" flipV="0">
            <a:off x="660173" y="1751134"/>
            <a:ext cx="311430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u="sng">
                <a:hlinkClick r:id="rId4" tooltip=""/>
              </a:rPr>
              <a:t>Como Google Mapsen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120690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Életútja és elismerései</a:t>
            </a:r>
            <a:endParaRPr lang="en-US" sz="3000"/>
          </a:p>
        </p:txBody>
      </p:sp>
      <p:sp>
        <p:nvSpPr>
          <p:cNvPr id="923223778" name="Text 1"/>
          <p:cNvSpPr txBox="1"/>
          <p:nvPr/>
        </p:nvSpPr>
        <p:spPr bwMode="auto"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1774: fizikatanár lett a comói iskolában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1778–1819: a paviai egyetem fizikaprofesszora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Vitája Galvanival az „állati elektromosságról”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Napóleon elismerte: 1810-ben grófi címet kapott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Nyugdíjba vonulása után Comóban élt, ott halt meg 1827. március 5-én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900874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Mit talált fel?</a:t>
            </a:r>
            <a:endParaRPr lang="en-US" sz="3000"/>
          </a:p>
        </p:txBody>
      </p:sp>
      <p:sp>
        <p:nvSpPr>
          <p:cNvPr id="1136613454" name="Text 1"/>
          <p:cNvSpPr txBox="1"/>
          <p:nvPr/>
        </p:nvSpPr>
        <p:spPr bwMode="auto"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Elektrofor (1775): elektromos töltés előállítására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Metán felfedezése (1776): a mocsarak gázából azonosította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Kondenzátor-elv: a töltés tárolásának korai formája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Voltaoszlop (1799–1800): az első elektromos telep, az első folyamatos áramforrás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Kulcsa: a különböző fémek között feszültség keletkezik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528222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Mi a feszültség?</a:t>
            </a:r>
            <a:endParaRPr lang="en-US" sz="3000"/>
          </a:p>
        </p:txBody>
      </p:sp>
      <p:sp>
        <p:nvSpPr>
          <p:cNvPr id="522698266" name="Text 1"/>
          <p:cNvSpPr txBox="1"/>
          <p:nvPr/>
        </p:nvSpPr>
        <p:spPr bwMode="auto"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Az elektromos feszültség azt mutatja meg, mennyi munkát végez az elektromos tér egy töltésen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Képlet: U = W / Q   (munka osztva a töltéssel)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Mértékegysége a volt: 1 V = 1 J / 1 C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Hasonlat: a feszültség olyan, mint a víz nyomáskülönbsége a csőben, ez „hajtja” az áramot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 ezt a hatást először tette tartósan előállíthatóvá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808536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Mire használjuk ma?</a:t>
            </a:r>
            <a:endParaRPr lang="en-US" sz="3000"/>
          </a:p>
        </p:txBody>
      </p:sp>
      <p:sp>
        <p:nvSpPr>
          <p:cNvPr id="680617413" name="Text 1"/>
          <p:cNvSpPr txBox="1"/>
          <p:nvPr/>
        </p:nvSpPr>
        <p:spPr bwMode="auto"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Elemek és akkumulátorok: telefon, laptop, távirányító, elektromos autó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Mértékegység: a volt (V) az ő nevét viseli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Az elektrokémia alapja: elektrolízis, galvanizálás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Az elektromosság kutatásának elindítója: Faraday és Ampère is az ő áramforrásával kísérletezett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125785" name="Text 0"/>
          <p:cNvSpPr txBox="1"/>
          <p:nvPr/>
        </p:nvSpPr>
        <p:spPr bwMode="auto"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Összefoglalás</a:t>
            </a:r>
            <a:endParaRPr lang="en-US" sz="3000"/>
          </a:p>
        </p:txBody>
      </p:sp>
      <p:sp>
        <p:nvSpPr>
          <p:cNvPr id="1734735288" name="Text 1"/>
          <p:cNvSpPr txBox="1"/>
          <p:nvPr/>
        </p:nvSpPr>
        <p:spPr bwMode="auto"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 találmánya, a voltaoszlop elindította az elektromosság gyakorlati felhasználását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feszültség: U = W / Q, mértékegysége a volt; az oszlopban a párok feszültsége összeadódik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20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Minden elem és akkumulátor az ő ötletére épül</a:t>
            </a:r>
            <a:endParaRPr lang="en-US" sz="2000"/>
          </a:p>
        </p:txBody>
      </p:sp>
      <p:sp>
        <p:nvSpPr>
          <p:cNvPr id="1705862239" name="Text 2"/>
          <p:cNvSpPr txBox="1"/>
          <p:nvPr/>
        </p:nvSpPr>
        <p:spPr bwMode="auto">
          <a:xfrm>
            <a:off x="548640" y="3200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Források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Encyclopaedia Britannica: Alessandro Volta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Wikipedia: Alessandro Volta; Volt; Voltaic pile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Volta, A. (1800): On the electricity excited by the mere contact of conducting substances. Philosophical Transactions of the Royal Society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Alessandro Volta</dc:title>
  <dc:subject>PptxGenJS Presentation</dc:subject>
  <dc:creator>PptxGenJS</dc:creator>
  <cp:lastModifiedBy/>
  <cp:revision>2</cp:revision>
  <dcterms:created xsi:type="dcterms:W3CDTF">2026-10-07T15:59:25Z</dcterms:created>
  <dcterms:modified xsi:type="dcterms:W3CDTF">2026-10-07T16:12:01Z</dcterms:modified>
</cp:coreProperties>
</file>